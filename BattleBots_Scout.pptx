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92640" y="-182880"/>
            <a:ext cx="201168" cy="2194560"/>
          </a:xfrm>
          <a:prstGeom prst="rect">
            <a:avLst/>
          </a:prstGeom>
          <a:solidFill>
            <a:srgbClr val="FF6A2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10076688" y="-182880"/>
            <a:ext cx="201168" cy="2194560"/>
          </a:xfrm>
          <a:prstGeom prst="rect">
            <a:avLst/>
          </a:prstGeom>
          <a:solidFill>
            <a:srgbClr val="FFC24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200000">
            <a:off x="10460736" y="-182880"/>
            <a:ext cx="201168" cy="2194560"/>
          </a:xfrm>
          <a:prstGeom prst="rect">
            <a:avLst/>
          </a:prstGeom>
          <a:solidFill>
            <a:srgbClr val="FF6A2B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200000">
            <a:off x="10844784" y="-182880"/>
            <a:ext cx="201168" cy="2194560"/>
          </a:xfrm>
          <a:prstGeom prst="rect">
            <a:avLst/>
          </a:prstGeom>
          <a:solidFill>
            <a:srgbClr val="FFC24B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200000">
            <a:off x="11228832" y="-182880"/>
            <a:ext cx="201168" cy="2194560"/>
          </a:xfrm>
          <a:prstGeom prst="rect">
            <a:avLst/>
          </a:prstGeom>
          <a:solidFill>
            <a:srgbClr val="FF6A2B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COMBAT-ROBOTICS INTELLIGENCE  ·  MCP 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8288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BattleBots Scout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7D2D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 how a bot </a:t>
            </a:r>
            <a:pPr indent="0" marL="0">
              <a:buNone/>
            </a:pPr>
            <a:r>
              <a:rPr lang="en-US" sz="2600" b="1" i="1" dirty="0">
                <a:solidFill>
                  <a:srgbClr val="FF6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fails</a:t>
            </a:r>
            <a:pPr indent="0" marL="0">
              <a:buNone/>
            </a:pPr>
            <a:r>
              <a:rPr lang="en-US" sz="2600" i="1" dirty="0">
                <a:solidFill>
                  <a:srgbClr val="C7D2D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— then exploit it.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22960" y="512064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51206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FastMCP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20440" y="512064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51206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 pipeline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512064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51206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scouting tools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15400" y="512064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15400" y="51206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“who’s stronger.”  How it breaks.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scouting tools rank robots by power. BattleBots Scout does the opposite — it studies each bot’s documented failure history and turns it into a plan.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6492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3145536"/>
            <a:ext cx="548640" cy="548640"/>
          </a:xfrm>
          <a:prstGeom prst="ellipse">
            <a:avLst/>
          </a:prstGeom>
          <a:solidFill>
            <a:srgbClr val="FF6A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3145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30540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Surface the defect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34015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 dies late, can’t self-right, one-sided drive failure — pulled from real fight records.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6492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24128" y="4288536"/>
            <a:ext cx="548640" cy="548640"/>
          </a:xfrm>
          <a:prstGeom prst="ellipse">
            <a:avLst/>
          </a:prstGeom>
          <a:solidFill>
            <a:srgbClr val="FF6A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24128" y="4288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83080" y="41970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Quantify its impact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45445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win-probability points does that defect actually swing? Measured, not asserted.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212080"/>
            <a:ext cx="6492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4128" y="5431536"/>
            <a:ext cx="548640" cy="548640"/>
          </a:xfrm>
          <a:prstGeom prst="ellipse">
            <a:avLst/>
          </a:prstGeom>
          <a:solidFill>
            <a:srgbClr val="FF6A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128" y="5431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53400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Script the exploit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56875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phase-by-phase attack plan aimed straight at the weakness, plus the counter-play.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35240" y="1783080"/>
            <a:ext cx="3703320" cy="4114800"/>
          </a:xfrm>
          <a:prstGeom prst="roundRect">
            <a:avLst>
              <a:gd name="adj" fmla="val 1975"/>
            </a:avLst>
          </a:prstGeom>
          <a:solidFill>
            <a:srgbClr val="16191D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6384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SCOUT THESIS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0" y="246888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Defects are the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most predictive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signal you can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read before a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fight ever starts.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863840" y="50749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is transparent — the tool shows exactly which failure drove 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pipeline → database → MCP tools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2423160"/>
            <a:ext cx="548640" cy="54864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6" name="Text 4"/>
          <p:cNvSpPr/>
          <p:nvPr/>
        </p:nvSpPr>
        <p:spPr>
          <a:xfrm>
            <a:off x="18059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Unlocker fetches public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BattleBots wiki fight pages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18688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703320" y="219456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6300" y="2423160"/>
            <a:ext cx="548640" cy="54864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46863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9476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scraper.py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35661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weapons, records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incidents into JSON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48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583680" y="219456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6660" y="2423160"/>
            <a:ext cx="548640" cy="548640"/>
          </a:xfrm>
          <a:prstGeom prst="ellipse">
            <a:avLst/>
          </a:prstGeom>
          <a:solidFill>
            <a:srgbClr val="5FB0C4"/>
          </a:solidFill>
          <a:ln/>
        </p:spPr>
      </p:sp>
      <p:sp>
        <p:nvSpPr>
          <p:cNvPr id="18" name="Text 16"/>
          <p:cNvSpPr/>
          <p:nvPr/>
        </p:nvSpPr>
        <p:spPr>
          <a:xfrm>
            <a:off x="75666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7512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bots.json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35661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hand-verified bot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— the database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79408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464040" y="219456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447020" y="2423160"/>
            <a:ext cx="548640" cy="54864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24" name="Text 22"/>
          <p:cNvSpPr/>
          <p:nvPr/>
        </p:nvSpPr>
        <p:spPr>
          <a:xfrm>
            <a:off x="104470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55548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55480" y="35661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server exposing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scouting tools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4892040"/>
            <a:ext cx="10515600" cy="1234440"/>
          </a:xfrm>
          <a:prstGeom prst="roundRect">
            <a:avLst>
              <a:gd name="adj" fmla="val 5185"/>
            </a:avLst>
          </a:prstGeom>
          <a:solidFill>
            <a:srgbClr val="262D36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502920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with Claude Code as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`battlebots`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any MCP client (Claude Desktop, Claude Code, agents) can call the tools over stdio. Read-only, no side effects.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TOOLKIT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scouting tools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75688"/>
            <a:ext cx="566928" cy="566928"/>
          </a:xfrm>
          <a:prstGeom prst="ellipse">
            <a:avLst/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9751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list_bots()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28800" y="23591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roster, filter by weapon type.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075688"/>
            <a:ext cx="566928" cy="566928"/>
          </a:xfrm>
          <a:prstGeom prst="ellipse">
            <a:avLst/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0" y="19751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get_bot()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23591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dossier: weapon, record, titles, defects, sources.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063240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3310128"/>
            <a:ext cx="566928" cy="566928"/>
          </a:xfrm>
          <a:prstGeom prst="ellipse">
            <a:avLst/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3310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32095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get_defects()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28800" y="35935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bot’s failure modes — and how to exploit each one.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310128"/>
            <a:ext cx="566928" cy="566928"/>
          </a:xfrm>
          <a:prstGeom prst="ellipse">
            <a:avLst/>
          </a:prstGeom>
          <a:solidFill>
            <a:srgbClr val="FF6A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3310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0" y="32095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predict_matchup()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0" y="35935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win % — and how much defects drove it.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4297680"/>
            <a:ext cx="10972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51560" y="4544568"/>
            <a:ext cx="566928" cy="566928"/>
          </a:xfrm>
          <a:prstGeom prst="ellipse">
            <a:avLst/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51560" y="4544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828800" y="444398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battle_plan()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828800" y="482803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attack script, with the defender’s counters.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predict_matchup</a:t>
            </a:r>
            <a:pPr indent="0" marL="0">
              <a:buNone/>
            </a:pPr>
            <a:r>
              <a:rPr lang="en-US" sz="1350" i="1" dirty="0">
                <a:solidFill>
                  <a:srgbClr val="3A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headliner — it doesn’t just give odds, it isolates the defect’s exact contribution.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 FEATURE  ·  DEFECT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quantifies the weakness.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  vs  Bite Force — a real prediction from the tool: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697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7D2D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42% / 58%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51560" y="3611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win split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251460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697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13.4 pts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17720" y="3611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from defect history alone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51460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1F24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2697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83880" y="3611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score is reliability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262D3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5720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6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1554480" y="480060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Strip out reliability and hold everything else equal, and the win probability moves from 42% to 56% — that 13.4-point gap is exactly how much this matchup is driven by defects rather than weapon, power, or pedigree.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Small, verified — and honest about 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Quality over quantity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514600" y="285292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hand-verified bot dossiers powering the demo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794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A97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514600" y="390448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were available via scraping — we chose not to pad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Auto-scraped entries are noisier than hand-checked ones — so we kept the roster tight and trustworthy.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16191D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tools flag their own limits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92240" y="2834640"/>
            <a:ext cx="256032" cy="256032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2788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30998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“low — heuristic priors” when data is thin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3611880"/>
            <a:ext cx="256032" cy="256032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3566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87705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exact field it lacks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4389120"/>
            <a:ext cx="256032" cy="256032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4343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data_completeness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465429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“high” vs “auto-scraped” per bot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5166360"/>
            <a:ext cx="256032" cy="256032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5120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caveat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54315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plans are hypotheses, not guarantees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274320" y="4846320"/>
            <a:ext cx="201168" cy="2377440"/>
          </a:xfrm>
          <a:prstGeom prst="rect">
            <a:avLst/>
          </a:prstGeom>
          <a:solidFill>
            <a:srgbClr val="FF6A2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109728" y="4846320"/>
            <a:ext cx="201168" cy="2377440"/>
          </a:xfrm>
          <a:prstGeom prst="rect">
            <a:avLst/>
          </a:prstGeom>
          <a:solidFill>
            <a:srgbClr val="FFC24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200000">
            <a:off x="493776" y="4846320"/>
            <a:ext cx="201168" cy="2377440"/>
          </a:xfrm>
          <a:prstGeom prst="rect">
            <a:avLst/>
          </a:prstGeom>
          <a:solidFill>
            <a:srgbClr val="FF6A2B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200000">
            <a:off x="877824" y="4846320"/>
            <a:ext cx="201168" cy="2377440"/>
          </a:xfrm>
          <a:prstGeom prst="rect">
            <a:avLst/>
          </a:prstGeom>
          <a:solidFill>
            <a:srgbClr val="FFC24B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200000">
            <a:off x="1261872" y="4846320"/>
            <a:ext cx="201168" cy="2377440"/>
          </a:xfrm>
          <a:prstGeom prst="rect">
            <a:avLst/>
          </a:prstGeom>
          <a:solidFill>
            <a:srgbClr val="FF6A2B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6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BATTLEBOTS SCOUT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 the defect.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Win the fight.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defect-first scouting server — built on </a:t>
            </a:r>
            <a:pPr indent="0" marL="0">
              <a:buNone/>
            </a:pPr>
            <a:r>
              <a:rPr lang="en-US" sz="1700" b="1" i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FastMCP &amp; Bright Data</a:t>
            </a:r>
            <a:pPr indent="0" marL="0">
              <a:buNone/>
            </a:pPr>
            <a:r>
              <a:rPr lang="en-US" sz="1700" i="1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ready to call from Claude Code.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server.py   ·   claude mcp add battlebots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2026-07-16T03:13:12Z</dcterms:created>
  <dcterms:modified xsi:type="dcterms:W3CDTF">2026-07-16T03:13:12Z</dcterms:modified>
</cp:coreProperties>
</file>